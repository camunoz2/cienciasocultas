
<file path=[Content_Types].xml><?xml version="1.0" encoding="utf-8"?>
<Types xmlns="http://schemas.openxmlformats.org/package/2006/content-types">
  <Override PartName="/_rels/.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_rels/presentation.xml.rels" ContentType="application/vnd.openxmlformats-package.relationships+xml"/>
  <Override PartName="/ppt/media/image13.png" ContentType="image/png"/>
  <Override PartName="/ppt/media/image12.png" ContentType="image/png"/>
  <Override PartName="/ppt/media/image11.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10.png" ContentType="image/png"/>
  <Override PartName="/ppt/media/image9.png" ContentType="image/png"/>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 id="2147483661" r:id="rId3"/>
    <p:sldMasterId id="2147483674" r:id="rId4"/>
  </p:sldMasterIdLst>
  <p:sldIdLst>
    <p:sldId id="256" r:id="rId5"/>
    <p:sldId id="257" r:id="rId6"/>
    <p:sldId id="258" r:id="rId7"/>
    <p:sldId id="259" r:id="rId8"/>
    <p:sldId id="260" r:id="rId9"/>
  </p:sldIdLst>
  <p:sldSz cx="9144000" cy="51435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8" name="PlaceHolder 2"/>
          <p:cNvSpPr>
            <a:spLocks noGrp="1"/>
          </p:cNvSpPr>
          <p:nvPr>
            <p:ph type="subTitle"/>
          </p:nvPr>
        </p:nvSpPr>
        <p:spPr>
          <a:xfrm>
            <a:off x="457200" y="1203480"/>
            <a:ext cx="8229240" cy="2982960"/>
          </a:xfrm>
          <a:prstGeom prst="rect">
            <a:avLst/>
          </a:prstGeom>
        </p:spPr>
        <p:txBody>
          <a:bodyPr lIns="0" rIns="0" tIns="0" bIns="0" anchor="ctr"/>
          <a:p>
            <a:pPr algn="ctr"/>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0" name="PlaceHolder 2"/>
          <p:cNvSpPr>
            <a:spLocks noGrp="1"/>
          </p:cNvSpPr>
          <p:nvPr>
            <p:ph type="body"/>
          </p:nvPr>
        </p:nvSpPr>
        <p:spPr>
          <a:xfrm>
            <a:off x="457200" y="1203480"/>
            <a:ext cx="8229240" cy="2982960"/>
          </a:xfrm>
          <a:prstGeom prst="rect">
            <a:avLst/>
          </a:prstGeom>
        </p:spPr>
        <p:txBody>
          <a:bodyPr lIns="0" rIns="0" tIns="0" bIns="0"/>
          <a: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2"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13" name="PlaceHolder 3"/>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282960" y="712080"/>
            <a:ext cx="6243840" cy="3835080"/>
          </a:xfrm>
          <a:prstGeom prst="rect">
            <a:avLst/>
          </a:prstGeom>
        </p:spPr>
        <p:txBody>
          <a:bodyPr lIns="0" rIns="0" tIns="0" bIns="0" anchor="ctr"/>
          <a:p>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282960" y="4457520"/>
            <a:ext cx="6243840" cy="10287360"/>
          </a:xfrm>
          <a:prstGeom prst="rect">
            <a:avLst/>
          </a:prstGeom>
        </p:spPr>
        <p:txBody>
          <a:bodyPr lIns="0" rIns="0" tIns="0" bIns="0" anchor="ctr"/>
          <a:p>
            <a:pPr algn="ctr"/>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7"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18" name="PlaceHolder 3"/>
          <p:cNvSpPr>
            <a:spLocks noGrp="1"/>
          </p:cNvSpPr>
          <p:nvPr>
            <p:ph type="body"/>
          </p:nvPr>
        </p:nvSpPr>
        <p:spPr>
          <a:xfrm>
            <a:off x="457200" y="2761920"/>
            <a:ext cx="4015800" cy="1422720"/>
          </a:xfrm>
          <a:prstGeom prst="rect">
            <a:avLst/>
          </a:prstGeom>
        </p:spPr>
        <p:txBody>
          <a:bodyPr lIns="0" rIns="0" tIns="0" bIns="0"/>
          <a:p>
            <a:endParaRPr/>
          </a:p>
        </p:txBody>
      </p:sp>
      <p:sp>
        <p:nvSpPr>
          <p:cNvPr id="19" name="PlaceHolder 4"/>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21"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22"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23" name="PlaceHolder 4"/>
          <p:cNvSpPr>
            <a:spLocks noGrp="1"/>
          </p:cNvSpPr>
          <p:nvPr>
            <p:ph type="body"/>
          </p:nvPr>
        </p:nvSpPr>
        <p:spPr>
          <a:xfrm>
            <a:off x="4674240" y="2761920"/>
            <a:ext cx="4015800" cy="1422720"/>
          </a:xfrm>
          <a:prstGeom prst="rect">
            <a:avLst/>
          </a:prstGeom>
        </p:spPr>
        <p:txBody>
          <a:bodyPr lIns="0" rIns="0" tIns="0" bIns="0"/>
          <a: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25"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26"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27" name="PlaceHolder 4"/>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29" name="PlaceHolder 2"/>
          <p:cNvSpPr>
            <a:spLocks noGrp="1"/>
          </p:cNvSpPr>
          <p:nvPr>
            <p:ph type="body"/>
          </p:nvPr>
        </p:nvSpPr>
        <p:spPr>
          <a:xfrm>
            <a:off x="457200" y="1203480"/>
            <a:ext cx="8229240" cy="1422720"/>
          </a:xfrm>
          <a:prstGeom prst="rect">
            <a:avLst/>
          </a:prstGeom>
        </p:spPr>
        <p:txBody>
          <a:bodyPr lIns="0" rIns="0" tIns="0" bIns="0"/>
          <a:p>
            <a:endParaRPr/>
          </a:p>
        </p:txBody>
      </p:sp>
      <p:sp>
        <p:nvSpPr>
          <p:cNvPr id="30" name="PlaceHolder 3"/>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32"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33"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34" name="PlaceHolder 4"/>
          <p:cNvSpPr>
            <a:spLocks noGrp="1"/>
          </p:cNvSpPr>
          <p:nvPr>
            <p:ph type="body"/>
          </p:nvPr>
        </p:nvSpPr>
        <p:spPr>
          <a:xfrm>
            <a:off x="4674240" y="2761920"/>
            <a:ext cx="4015800" cy="1422720"/>
          </a:xfrm>
          <a:prstGeom prst="rect">
            <a:avLst/>
          </a:prstGeom>
        </p:spPr>
        <p:txBody>
          <a:bodyPr lIns="0" rIns="0" tIns="0" bIns="0"/>
          <a:p>
            <a:endParaRPr/>
          </a:p>
        </p:txBody>
      </p:sp>
      <p:sp>
        <p:nvSpPr>
          <p:cNvPr id="35" name="PlaceHolder 5"/>
          <p:cNvSpPr>
            <a:spLocks noGrp="1"/>
          </p:cNvSpPr>
          <p:nvPr>
            <p:ph type="body"/>
          </p:nvPr>
        </p:nvSpPr>
        <p:spPr>
          <a:xfrm>
            <a:off x="457200" y="2761920"/>
            <a:ext cx="4015800" cy="1422720"/>
          </a:xfrm>
          <a:prstGeom prst="rect">
            <a:avLst/>
          </a:prstGeom>
        </p:spPr>
        <p:txBody>
          <a:bodyPr lIns="0" rIns="0" tIns="0" bIns="0"/>
          <a:p>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37" name="PlaceHolder 2"/>
          <p:cNvSpPr>
            <a:spLocks noGrp="1"/>
          </p:cNvSpPr>
          <p:nvPr>
            <p:ph type="body"/>
          </p:nvPr>
        </p:nvSpPr>
        <p:spPr>
          <a:xfrm>
            <a:off x="457200" y="1203480"/>
            <a:ext cx="8229240" cy="2982960"/>
          </a:xfrm>
          <a:prstGeom prst="rect">
            <a:avLst/>
          </a:prstGeom>
        </p:spPr>
        <p:txBody>
          <a:bodyPr lIns="0" rIns="0" tIns="0" bIns="0"/>
          <a:p>
            <a:endParaRPr/>
          </a:p>
        </p:txBody>
      </p:sp>
      <p:sp>
        <p:nvSpPr>
          <p:cNvPr id="38" name="PlaceHolder 3"/>
          <p:cNvSpPr>
            <a:spLocks noGrp="1"/>
          </p:cNvSpPr>
          <p:nvPr>
            <p:ph type="body"/>
          </p:nvPr>
        </p:nvSpPr>
        <p:spPr>
          <a:xfrm>
            <a:off x="457200" y="1203480"/>
            <a:ext cx="8229240" cy="2982960"/>
          </a:xfrm>
          <a:prstGeom prst="rect">
            <a:avLst/>
          </a:prstGeom>
        </p:spPr>
        <p:txBody>
          <a:bodyPr lIns="0" rIns="0" tIns="0" bIns="0"/>
          <a:p>
            <a:endParaRPr/>
          </a:p>
        </p:txBody>
      </p:sp>
      <p:pic>
        <p:nvPicPr>
          <p:cNvPr id="39" name="" descr=""/>
          <p:cNvPicPr/>
          <p:nvPr/>
        </p:nvPicPr>
        <p:blipFill>
          <a:blip r:embed="rId2"/>
          <a:stretch/>
        </p:blipFill>
        <p:spPr>
          <a:xfrm>
            <a:off x="2702160" y="1203480"/>
            <a:ext cx="3738600" cy="2982960"/>
          </a:xfrm>
          <a:prstGeom prst="rect">
            <a:avLst/>
          </a:prstGeom>
          <a:ln>
            <a:noFill/>
          </a:ln>
        </p:spPr>
      </p:pic>
      <p:pic>
        <p:nvPicPr>
          <p:cNvPr id="40" name="" descr=""/>
          <p:cNvPicPr/>
          <p:nvPr/>
        </p:nvPicPr>
        <p:blipFill>
          <a:blip r:embed="rId3"/>
          <a:stretch/>
        </p:blipFill>
        <p:spPr>
          <a:xfrm>
            <a:off x="2702160" y="1203480"/>
            <a:ext cx="3738600" cy="298296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45" name="PlaceHolder 2"/>
          <p:cNvSpPr>
            <a:spLocks noGrp="1"/>
          </p:cNvSpPr>
          <p:nvPr>
            <p:ph type="subTitle"/>
          </p:nvPr>
        </p:nvSpPr>
        <p:spPr>
          <a:xfrm>
            <a:off x="457200" y="1203480"/>
            <a:ext cx="8229240" cy="2982960"/>
          </a:xfrm>
          <a:prstGeom prst="rect">
            <a:avLst/>
          </a:prstGeom>
        </p:spPr>
        <p:txBody>
          <a:bodyPr lIns="0" rIns="0" tIns="0" bIns="0" anchor="ctr"/>
          <a:p>
            <a:pPr algn="ctr"/>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47" name="PlaceHolder 2"/>
          <p:cNvSpPr>
            <a:spLocks noGrp="1"/>
          </p:cNvSpPr>
          <p:nvPr>
            <p:ph type="body"/>
          </p:nvPr>
        </p:nvSpPr>
        <p:spPr>
          <a:xfrm>
            <a:off x="457200" y="1203480"/>
            <a:ext cx="8229240" cy="2982960"/>
          </a:xfrm>
          <a:prstGeom prst="rect">
            <a:avLst/>
          </a:prstGeom>
        </p:spPr>
        <p:txBody>
          <a:bodyPr lIns="0" rIns="0" tIns="0" bIns="0"/>
          <a:p>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49"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50" name="PlaceHolder 3"/>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282960" y="712080"/>
            <a:ext cx="6243840" cy="3835080"/>
          </a:xfrm>
          <a:prstGeom prst="rect">
            <a:avLst/>
          </a:prstGeom>
        </p:spPr>
        <p:txBody>
          <a:bodyPr lIns="0" rIns="0" tIns="0" bIns="0" anchor="ctr"/>
          <a:p>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282960" y="4457520"/>
            <a:ext cx="6243840" cy="10287360"/>
          </a:xfrm>
          <a:prstGeom prst="rect">
            <a:avLst/>
          </a:prstGeom>
        </p:spPr>
        <p:txBody>
          <a:bodyPr lIns="0" rIns="0" tIns="0" bIns="0" anchor="ctr"/>
          <a:p>
            <a:pPr algn="ctr"/>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54"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55" name="PlaceHolder 3"/>
          <p:cNvSpPr>
            <a:spLocks noGrp="1"/>
          </p:cNvSpPr>
          <p:nvPr>
            <p:ph type="body"/>
          </p:nvPr>
        </p:nvSpPr>
        <p:spPr>
          <a:xfrm>
            <a:off x="457200" y="2761920"/>
            <a:ext cx="4015800" cy="1422720"/>
          </a:xfrm>
          <a:prstGeom prst="rect">
            <a:avLst/>
          </a:prstGeom>
        </p:spPr>
        <p:txBody>
          <a:bodyPr lIns="0" rIns="0" tIns="0" bIns="0"/>
          <a:p>
            <a:endParaRPr/>
          </a:p>
        </p:txBody>
      </p:sp>
      <p:sp>
        <p:nvSpPr>
          <p:cNvPr id="56" name="PlaceHolder 4"/>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58"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59"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60" name="PlaceHolder 4"/>
          <p:cNvSpPr>
            <a:spLocks noGrp="1"/>
          </p:cNvSpPr>
          <p:nvPr>
            <p:ph type="body"/>
          </p:nvPr>
        </p:nvSpPr>
        <p:spPr>
          <a:xfrm>
            <a:off x="4674240" y="2761920"/>
            <a:ext cx="4015800" cy="1422720"/>
          </a:xfrm>
          <a:prstGeom prst="rect">
            <a:avLst/>
          </a:prstGeom>
        </p:spPr>
        <p:txBody>
          <a:bodyPr lIns="0" rIns="0" tIns="0" bIns="0"/>
          <a:p>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62"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63"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64" name="PlaceHolder 4"/>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66" name="PlaceHolder 2"/>
          <p:cNvSpPr>
            <a:spLocks noGrp="1"/>
          </p:cNvSpPr>
          <p:nvPr>
            <p:ph type="body"/>
          </p:nvPr>
        </p:nvSpPr>
        <p:spPr>
          <a:xfrm>
            <a:off x="457200" y="1203480"/>
            <a:ext cx="8229240" cy="1422720"/>
          </a:xfrm>
          <a:prstGeom prst="rect">
            <a:avLst/>
          </a:prstGeom>
        </p:spPr>
        <p:txBody>
          <a:bodyPr lIns="0" rIns="0" tIns="0" bIns="0"/>
          <a:p>
            <a:endParaRPr/>
          </a:p>
        </p:txBody>
      </p:sp>
      <p:sp>
        <p:nvSpPr>
          <p:cNvPr id="67" name="PlaceHolder 3"/>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69"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70"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71" name="PlaceHolder 4"/>
          <p:cNvSpPr>
            <a:spLocks noGrp="1"/>
          </p:cNvSpPr>
          <p:nvPr>
            <p:ph type="body"/>
          </p:nvPr>
        </p:nvSpPr>
        <p:spPr>
          <a:xfrm>
            <a:off x="4674240" y="2761920"/>
            <a:ext cx="4015800" cy="1422720"/>
          </a:xfrm>
          <a:prstGeom prst="rect">
            <a:avLst/>
          </a:prstGeom>
        </p:spPr>
        <p:txBody>
          <a:bodyPr lIns="0" rIns="0" tIns="0" bIns="0"/>
          <a:p>
            <a:endParaRPr/>
          </a:p>
        </p:txBody>
      </p:sp>
      <p:sp>
        <p:nvSpPr>
          <p:cNvPr id="72" name="PlaceHolder 5"/>
          <p:cNvSpPr>
            <a:spLocks noGrp="1"/>
          </p:cNvSpPr>
          <p:nvPr>
            <p:ph type="body"/>
          </p:nvPr>
        </p:nvSpPr>
        <p:spPr>
          <a:xfrm>
            <a:off x="457200" y="2761920"/>
            <a:ext cx="4015800" cy="1422720"/>
          </a:xfrm>
          <a:prstGeom prst="rect">
            <a:avLst/>
          </a:prstGeom>
        </p:spPr>
        <p:txBody>
          <a:bodyPr lIns="0" rIns="0" tIns="0" bIns="0"/>
          <a:p>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74" name="PlaceHolder 2"/>
          <p:cNvSpPr>
            <a:spLocks noGrp="1"/>
          </p:cNvSpPr>
          <p:nvPr>
            <p:ph type="body"/>
          </p:nvPr>
        </p:nvSpPr>
        <p:spPr>
          <a:xfrm>
            <a:off x="457200" y="1203480"/>
            <a:ext cx="8229240" cy="2982960"/>
          </a:xfrm>
          <a:prstGeom prst="rect">
            <a:avLst/>
          </a:prstGeom>
        </p:spPr>
        <p:txBody>
          <a:bodyPr lIns="0" rIns="0" tIns="0" bIns="0"/>
          <a:p>
            <a:endParaRPr/>
          </a:p>
        </p:txBody>
      </p:sp>
      <p:sp>
        <p:nvSpPr>
          <p:cNvPr id="75" name="PlaceHolder 3"/>
          <p:cNvSpPr>
            <a:spLocks noGrp="1"/>
          </p:cNvSpPr>
          <p:nvPr>
            <p:ph type="body"/>
          </p:nvPr>
        </p:nvSpPr>
        <p:spPr>
          <a:xfrm>
            <a:off x="457200" y="1203480"/>
            <a:ext cx="8229240" cy="2982960"/>
          </a:xfrm>
          <a:prstGeom prst="rect">
            <a:avLst/>
          </a:prstGeom>
        </p:spPr>
        <p:txBody>
          <a:bodyPr lIns="0" rIns="0" tIns="0" bIns="0"/>
          <a:p>
            <a:endParaRPr/>
          </a:p>
        </p:txBody>
      </p:sp>
      <p:pic>
        <p:nvPicPr>
          <p:cNvPr id="76" name="" descr=""/>
          <p:cNvPicPr/>
          <p:nvPr/>
        </p:nvPicPr>
        <p:blipFill>
          <a:blip r:embed="rId2"/>
          <a:stretch/>
        </p:blipFill>
        <p:spPr>
          <a:xfrm>
            <a:off x="2702160" y="1203480"/>
            <a:ext cx="3738600" cy="2982960"/>
          </a:xfrm>
          <a:prstGeom prst="rect">
            <a:avLst/>
          </a:prstGeom>
          <a:ln>
            <a:noFill/>
          </a:ln>
        </p:spPr>
      </p:pic>
      <p:pic>
        <p:nvPicPr>
          <p:cNvPr id="77" name="" descr=""/>
          <p:cNvPicPr/>
          <p:nvPr/>
        </p:nvPicPr>
        <p:blipFill>
          <a:blip r:embed="rId3"/>
          <a:stretch/>
        </p:blipFill>
        <p:spPr>
          <a:xfrm>
            <a:off x="2702160" y="1203480"/>
            <a:ext cx="3738600" cy="2982960"/>
          </a:xfrm>
          <a:prstGeom prst="rect">
            <a:avLst/>
          </a:prstGeom>
          <a:ln>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83" name="PlaceHolder 2"/>
          <p:cNvSpPr>
            <a:spLocks noGrp="1"/>
          </p:cNvSpPr>
          <p:nvPr>
            <p:ph type="subTitle"/>
          </p:nvPr>
        </p:nvSpPr>
        <p:spPr>
          <a:xfrm>
            <a:off x="457200" y="1203480"/>
            <a:ext cx="8229240" cy="2982960"/>
          </a:xfrm>
          <a:prstGeom prst="rect">
            <a:avLst/>
          </a:prstGeom>
        </p:spPr>
        <p:txBody>
          <a:bodyPr lIns="0" rIns="0" tIns="0" bIns="0" anchor="ctr"/>
          <a:p>
            <a:pPr algn="ctr"/>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85" name="PlaceHolder 2"/>
          <p:cNvSpPr>
            <a:spLocks noGrp="1"/>
          </p:cNvSpPr>
          <p:nvPr>
            <p:ph type="body"/>
          </p:nvPr>
        </p:nvSpPr>
        <p:spPr>
          <a:xfrm>
            <a:off x="457200" y="1203480"/>
            <a:ext cx="8229240" cy="2982960"/>
          </a:xfrm>
          <a:prstGeom prst="rect">
            <a:avLst/>
          </a:prstGeom>
        </p:spPr>
        <p:txBody>
          <a:bodyPr lIns="0" rIns="0" tIns="0" bIns="0"/>
          <a:p>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87"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88" name="PlaceHolder 3"/>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282960" y="712080"/>
            <a:ext cx="6243840" cy="3835080"/>
          </a:xfrm>
          <a:prstGeom prst="rect">
            <a:avLst/>
          </a:prstGeom>
        </p:spPr>
        <p:txBody>
          <a:bodyPr lIns="0" rIns="0" tIns="0" bIns="0" anchor="ctr"/>
          <a:p>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282960" y="4457520"/>
            <a:ext cx="6243840" cy="10287360"/>
          </a:xfrm>
          <a:prstGeom prst="rect">
            <a:avLst/>
          </a:prstGeom>
        </p:spPr>
        <p:txBody>
          <a:bodyPr lIns="0" rIns="0" tIns="0" bIns="0" anchor="ctr"/>
          <a:p>
            <a:pPr algn="ctr"/>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92"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93" name="PlaceHolder 3"/>
          <p:cNvSpPr>
            <a:spLocks noGrp="1"/>
          </p:cNvSpPr>
          <p:nvPr>
            <p:ph type="body"/>
          </p:nvPr>
        </p:nvSpPr>
        <p:spPr>
          <a:xfrm>
            <a:off x="457200" y="2761920"/>
            <a:ext cx="4015800" cy="1422720"/>
          </a:xfrm>
          <a:prstGeom prst="rect">
            <a:avLst/>
          </a:prstGeom>
        </p:spPr>
        <p:txBody>
          <a:bodyPr lIns="0" rIns="0" tIns="0" bIns="0"/>
          <a:p>
            <a:endParaRPr/>
          </a:p>
        </p:txBody>
      </p:sp>
      <p:sp>
        <p:nvSpPr>
          <p:cNvPr id="94" name="PlaceHolder 4"/>
          <p:cNvSpPr>
            <a:spLocks noGrp="1"/>
          </p:cNvSpPr>
          <p:nvPr>
            <p:ph type="body"/>
          </p:nvPr>
        </p:nvSpPr>
        <p:spPr>
          <a:xfrm>
            <a:off x="4674240" y="1203480"/>
            <a:ext cx="4015800" cy="2982960"/>
          </a:xfrm>
          <a:prstGeom prst="rect">
            <a:avLst/>
          </a:prstGeom>
        </p:spPr>
        <p:txBody>
          <a:bodyPr lIns="0" rIns="0" tIns="0" bIns="0"/>
          <a:p>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96" name="PlaceHolder 2"/>
          <p:cNvSpPr>
            <a:spLocks noGrp="1"/>
          </p:cNvSpPr>
          <p:nvPr>
            <p:ph type="body"/>
          </p:nvPr>
        </p:nvSpPr>
        <p:spPr>
          <a:xfrm>
            <a:off x="457200" y="1203480"/>
            <a:ext cx="4015800" cy="2982960"/>
          </a:xfrm>
          <a:prstGeom prst="rect">
            <a:avLst/>
          </a:prstGeom>
        </p:spPr>
        <p:txBody>
          <a:bodyPr lIns="0" rIns="0" tIns="0" bIns="0"/>
          <a:p>
            <a:endParaRPr/>
          </a:p>
        </p:txBody>
      </p:sp>
      <p:sp>
        <p:nvSpPr>
          <p:cNvPr id="97"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98" name="PlaceHolder 4"/>
          <p:cNvSpPr>
            <a:spLocks noGrp="1"/>
          </p:cNvSpPr>
          <p:nvPr>
            <p:ph type="body"/>
          </p:nvPr>
        </p:nvSpPr>
        <p:spPr>
          <a:xfrm>
            <a:off x="4674240" y="2761920"/>
            <a:ext cx="4015800" cy="1422720"/>
          </a:xfrm>
          <a:prstGeom prst="rect">
            <a:avLst/>
          </a:prstGeom>
        </p:spPr>
        <p:txBody>
          <a:bodyPr lIns="0" rIns="0" tIns="0" bIns="0"/>
          <a:p>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00"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101"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102" name="PlaceHolder 4"/>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04" name="PlaceHolder 2"/>
          <p:cNvSpPr>
            <a:spLocks noGrp="1"/>
          </p:cNvSpPr>
          <p:nvPr>
            <p:ph type="body"/>
          </p:nvPr>
        </p:nvSpPr>
        <p:spPr>
          <a:xfrm>
            <a:off x="457200" y="1203480"/>
            <a:ext cx="8229240" cy="1422720"/>
          </a:xfrm>
          <a:prstGeom prst="rect">
            <a:avLst/>
          </a:prstGeom>
        </p:spPr>
        <p:txBody>
          <a:bodyPr lIns="0" rIns="0" tIns="0" bIns="0"/>
          <a:p>
            <a:endParaRPr/>
          </a:p>
        </p:txBody>
      </p:sp>
      <p:sp>
        <p:nvSpPr>
          <p:cNvPr id="105" name="PlaceHolder 3"/>
          <p:cNvSpPr>
            <a:spLocks noGrp="1"/>
          </p:cNvSpPr>
          <p:nvPr>
            <p:ph type="body"/>
          </p:nvPr>
        </p:nvSpPr>
        <p:spPr>
          <a:xfrm>
            <a:off x="457200" y="2761920"/>
            <a:ext cx="8229240" cy="1422720"/>
          </a:xfrm>
          <a:prstGeom prst="rect">
            <a:avLst/>
          </a:prstGeom>
        </p:spPr>
        <p:txBody>
          <a:bodyPr lIns="0" rIns="0" tIns="0" bIns="0"/>
          <a:p>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07" name="PlaceHolder 2"/>
          <p:cNvSpPr>
            <a:spLocks noGrp="1"/>
          </p:cNvSpPr>
          <p:nvPr>
            <p:ph type="body"/>
          </p:nvPr>
        </p:nvSpPr>
        <p:spPr>
          <a:xfrm>
            <a:off x="457200" y="1203480"/>
            <a:ext cx="4015800" cy="1422720"/>
          </a:xfrm>
          <a:prstGeom prst="rect">
            <a:avLst/>
          </a:prstGeom>
        </p:spPr>
        <p:txBody>
          <a:bodyPr lIns="0" rIns="0" tIns="0" bIns="0"/>
          <a:p>
            <a:endParaRPr/>
          </a:p>
        </p:txBody>
      </p:sp>
      <p:sp>
        <p:nvSpPr>
          <p:cNvPr id="108" name="PlaceHolder 3"/>
          <p:cNvSpPr>
            <a:spLocks noGrp="1"/>
          </p:cNvSpPr>
          <p:nvPr>
            <p:ph type="body"/>
          </p:nvPr>
        </p:nvSpPr>
        <p:spPr>
          <a:xfrm>
            <a:off x="4674240" y="1203480"/>
            <a:ext cx="4015800" cy="1422720"/>
          </a:xfrm>
          <a:prstGeom prst="rect">
            <a:avLst/>
          </a:prstGeom>
        </p:spPr>
        <p:txBody>
          <a:bodyPr lIns="0" rIns="0" tIns="0" bIns="0"/>
          <a:p>
            <a:endParaRPr/>
          </a:p>
        </p:txBody>
      </p:sp>
      <p:sp>
        <p:nvSpPr>
          <p:cNvPr id="109" name="PlaceHolder 4"/>
          <p:cNvSpPr>
            <a:spLocks noGrp="1"/>
          </p:cNvSpPr>
          <p:nvPr>
            <p:ph type="body"/>
          </p:nvPr>
        </p:nvSpPr>
        <p:spPr>
          <a:xfrm>
            <a:off x="4674240" y="2761920"/>
            <a:ext cx="4015800" cy="1422720"/>
          </a:xfrm>
          <a:prstGeom prst="rect">
            <a:avLst/>
          </a:prstGeom>
        </p:spPr>
        <p:txBody>
          <a:bodyPr lIns="0" rIns="0" tIns="0" bIns="0"/>
          <a:p>
            <a:endParaRPr/>
          </a:p>
        </p:txBody>
      </p:sp>
      <p:sp>
        <p:nvSpPr>
          <p:cNvPr id="110" name="PlaceHolder 5"/>
          <p:cNvSpPr>
            <a:spLocks noGrp="1"/>
          </p:cNvSpPr>
          <p:nvPr>
            <p:ph type="body"/>
          </p:nvPr>
        </p:nvSpPr>
        <p:spPr>
          <a:xfrm>
            <a:off x="457200" y="2761920"/>
            <a:ext cx="4015800" cy="1422720"/>
          </a:xfrm>
          <a:prstGeom prst="rect">
            <a:avLst/>
          </a:prstGeom>
        </p:spPr>
        <p:txBody>
          <a:bodyPr lIns="0" rIns="0" tIns="0" bIns="0"/>
          <a:p>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282960" y="712080"/>
            <a:ext cx="6243840" cy="3835080"/>
          </a:xfrm>
          <a:prstGeom prst="rect">
            <a:avLst/>
          </a:prstGeom>
        </p:spPr>
        <p:txBody>
          <a:bodyPr lIns="0" rIns="0" tIns="0" bIns="0" anchor="ctr"/>
          <a:p>
            <a:endParaRPr/>
          </a:p>
        </p:txBody>
      </p:sp>
      <p:sp>
        <p:nvSpPr>
          <p:cNvPr id="112" name="PlaceHolder 2"/>
          <p:cNvSpPr>
            <a:spLocks noGrp="1"/>
          </p:cNvSpPr>
          <p:nvPr>
            <p:ph type="body"/>
          </p:nvPr>
        </p:nvSpPr>
        <p:spPr>
          <a:xfrm>
            <a:off x="457200" y="1203480"/>
            <a:ext cx="8229240" cy="2982960"/>
          </a:xfrm>
          <a:prstGeom prst="rect">
            <a:avLst/>
          </a:prstGeom>
        </p:spPr>
        <p:txBody>
          <a:bodyPr lIns="0" rIns="0" tIns="0" bIns="0"/>
          <a:p>
            <a:endParaRPr/>
          </a:p>
        </p:txBody>
      </p:sp>
      <p:sp>
        <p:nvSpPr>
          <p:cNvPr id="113" name="PlaceHolder 3"/>
          <p:cNvSpPr>
            <a:spLocks noGrp="1"/>
          </p:cNvSpPr>
          <p:nvPr>
            <p:ph type="body"/>
          </p:nvPr>
        </p:nvSpPr>
        <p:spPr>
          <a:xfrm>
            <a:off x="457200" y="1203480"/>
            <a:ext cx="8229240" cy="2982960"/>
          </a:xfrm>
          <a:prstGeom prst="rect">
            <a:avLst/>
          </a:prstGeom>
        </p:spPr>
        <p:txBody>
          <a:bodyPr lIns="0" rIns="0" tIns="0" bIns="0"/>
          <a:p>
            <a:endParaRPr/>
          </a:p>
        </p:txBody>
      </p:sp>
      <p:pic>
        <p:nvPicPr>
          <p:cNvPr id="114" name="" descr=""/>
          <p:cNvPicPr/>
          <p:nvPr/>
        </p:nvPicPr>
        <p:blipFill>
          <a:blip r:embed="rId2"/>
          <a:stretch/>
        </p:blipFill>
        <p:spPr>
          <a:xfrm>
            <a:off x="2702160" y="1203480"/>
            <a:ext cx="3738600" cy="2982960"/>
          </a:xfrm>
          <a:prstGeom prst="rect">
            <a:avLst/>
          </a:prstGeom>
          <a:ln>
            <a:noFill/>
          </a:ln>
        </p:spPr>
      </p:pic>
      <p:pic>
        <p:nvPicPr>
          <p:cNvPr id="115" name="" descr=""/>
          <p:cNvPicPr/>
          <p:nvPr/>
        </p:nvPicPr>
        <p:blipFill>
          <a:blip r:embed="rId3"/>
          <a:stretch/>
        </p:blipFill>
        <p:spPr>
          <a:xfrm>
            <a:off x="2702160" y="1203480"/>
            <a:ext cx="3738600" cy="298296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46524"/>
        </a:solidFill>
      </p:bgPr>
    </p:bg>
    <p:spTree>
      <p:nvGrpSpPr>
        <p:cNvPr id="1" name=""/>
        <p:cNvGrpSpPr/>
        <p:nvPr/>
      </p:nvGrpSpPr>
      <p:grpSpPr>
        <a:xfrm>
          <a:off x="0" y="0"/>
          <a:ext cx="0" cy="0"/>
          <a:chOff x="0" y="0"/>
          <a:chExt cx="0" cy="0"/>
        </a:xfrm>
      </p:grpSpPr>
      <p:sp>
        <p:nvSpPr>
          <p:cNvPr id="0" name="CustomShape 1"/>
          <p:cNvSpPr/>
          <p:nvPr/>
        </p:nvSpPr>
        <p:spPr>
          <a:xfrm>
            <a:off x="2477880" y="415800"/>
            <a:ext cx="6243840" cy="360"/>
          </a:xfrm>
          <a:custGeom>
            <a:avLst/>
            <a:gdLst/>
            <a:ahLst/>
            <a:rect l="l" t="t" r="r" b="b"/>
            <a:pathLst>
              <a:path w="21600" h="21600">
                <a:moveTo>
                  <a:pt x="0" y="0"/>
                </a:moveTo>
                <a:lnTo>
                  <a:pt x="21600" y="21600"/>
                </a:lnTo>
              </a:path>
            </a:pathLst>
          </a:custGeom>
          <a:noFill/>
          <a:ln w="38160">
            <a:solidFill>
              <a:schemeClr val="lt1"/>
            </a:solidFill>
            <a:round/>
          </a:ln>
        </p:spPr>
        <p:style>
          <a:lnRef idx="0"/>
          <a:fillRef idx="0"/>
          <a:effectRef idx="0"/>
          <a:fontRef idx="minor"/>
        </p:style>
      </p:sp>
      <p:sp>
        <p:nvSpPr>
          <p:cNvPr id="1" name="CustomShape 2"/>
          <p:cNvSpPr/>
          <p:nvPr/>
        </p:nvSpPr>
        <p:spPr>
          <a:xfrm>
            <a:off x="2477880" y="4740120"/>
            <a:ext cx="6243840" cy="360"/>
          </a:xfrm>
          <a:custGeom>
            <a:avLst/>
            <a:gdLst/>
            <a:ahLst/>
            <a:rect l="l" t="t" r="r" b="b"/>
            <a:pathLst>
              <a:path w="21600" h="21600">
                <a:moveTo>
                  <a:pt x="0" y="0"/>
                </a:moveTo>
                <a:lnTo>
                  <a:pt x="21600" y="21600"/>
                </a:lnTo>
              </a:path>
            </a:pathLst>
          </a:custGeom>
          <a:noFill/>
          <a:ln w="19080">
            <a:solidFill>
              <a:schemeClr val="lt1"/>
            </a:solidFill>
            <a:round/>
          </a:ln>
        </p:spPr>
        <p:style>
          <a:lnRef idx="0"/>
          <a:fillRef idx="0"/>
          <a:effectRef idx="0"/>
          <a:fontRef idx="minor"/>
        </p:style>
      </p:sp>
      <p:sp>
        <p:nvSpPr>
          <p:cNvPr id="2" name="CustomShape 3"/>
          <p:cNvSpPr/>
          <p:nvPr/>
        </p:nvSpPr>
        <p:spPr>
          <a:xfrm>
            <a:off x="425160" y="415800"/>
            <a:ext cx="182880" cy="360"/>
          </a:xfrm>
          <a:custGeom>
            <a:avLst/>
            <a:gdLst/>
            <a:ahLst/>
            <a:rect l="l" t="t" r="r" b="b"/>
            <a:pathLst>
              <a:path w="21600" h="21600">
                <a:moveTo>
                  <a:pt x="0" y="0"/>
                </a:moveTo>
                <a:lnTo>
                  <a:pt x="21600" y="21600"/>
                </a:lnTo>
              </a:path>
            </a:pathLst>
          </a:custGeom>
          <a:noFill/>
          <a:ln w="19080">
            <a:solidFill>
              <a:schemeClr val="lt1"/>
            </a:solidFill>
            <a:round/>
          </a:ln>
        </p:spPr>
        <p:style>
          <a:lnRef idx="0"/>
          <a:fillRef idx="0"/>
          <a:effectRef idx="0"/>
          <a:fontRef idx="minor"/>
        </p:style>
      </p:sp>
      <p:sp>
        <p:nvSpPr>
          <p:cNvPr id="3" name="PlaceHolder 4"/>
          <p:cNvSpPr>
            <a:spLocks noGrp="1"/>
          </p:cNvSpPr>
          <p:nvPr>
            <p:ph type="title"/>
          </p:nvPr>
        </p:nvSpPr>
        <p:spPr>
          <a:xfrm>
            <a:off x="2371680" y="630360"/>
            <a:ext cx="6331320" cy="1541520"/>
          </a:xfrm>
          <a:prstGeom prst="rect">
            <a:avLst/>
          </a:prstGeom>
        </p:spPr>
        <p:txBody>
          <a:bodyPr tIns="91440" bIns="91440"/>
          <a:p>
            <a:endParaRPr/>
          </a:p>
        </p:txBody>
      </p:sp>
      <p:sp>
        <p:nvSpPr>
          <p:cNvPr id="4" name="PlaceHolder 5"/>
          <p:cNvSpPr>
            <a:spLocks noGrp="1"/>
          </p:cNvSpPr>
          <p:nvPr>
            <p:ph type="subTitle"/>
          </p:nvPr>
        </p:nvSpPr>
        <p:spPr>
          <a:xfrm>
            <a:off x="2390400" y="3238560"/>
            <a:ext cx="6331320" cy="1241280"/>
          </a:xfrm>
          <a:prstGeom prst="rect">
            <a:avLst/>
          </a:prstGeom>
        </p:spPr>
        <p:txBody>
          <a:bodyPr tIns="91440" bIns="91440" anchor="b"/>
          <a:p>
            <a:pPr algn="ctr"/>
            <a:endParaRPr/>
          </a:p>
        </p:txBody>
      </p:sp>
      <p:sp>
        <p:nvSpPr>
          <p:cNvPr id="5" name="PlaceHolder 6"/>
          <p:cNvSpPr>
            <a:spLocks noGrp="1"/>
          </p:cNvSpPr>
          <p:nvPr>
            <p:ph type="sldNum"/>
          </p:nvPr>
        </p:nvSpPr>
        <p:spPr>
          <a:xfrm>
            <a:off x="8498160" y="4688640"/>
            <a:ext cx="548280" cy="393120"/>
          </a:xfrm>
          <a:prstGeom prst="rect">
            <a:avLst/>
          </a:prstGeom>
        </p:spPr>
        <p:txBody>
          <a:bodyPr tIns="91440" bIns="91440" anchor="ctr"/>
          <a:p>
            <a:pPr>
              <a:lnSpc>
                <a:spcPct val="100000"/>
              </a:lnSpc>
            </a:pPr>
            <a:fld id="{B158D755-05BB-46C5-980F-C624B15D32F1}" type="slidenum">
              <a:rPr lang="es-CL" sz="1400" spc="-1" strike="noStrike">
                <a:solidFill>
                  <a:srgbClr val="ffffff"/>
                </a:solidFill>
                <a:uFill>
                  <a:solidFill>
                    <a:srgbClr val="ffffff"/>
                  </a:solidFill>
                </a:uFill>
                <a:latin typeface="Arial"/>
                <a:ea typeface="Arial"/>
              </a:rPr>
              <a:t>&lt;number&gt;</a:t>
            </a:fld>
            <a:endParaRPr/>
          </a:p>
        </p:txBody>
      </p:sp>
      <p:sp>
        <p:nvSpPr>
          <p:cNvPr id="6" name="PlaceHolder 7"/>
          <p:cNvSpPr>
            <a:spLocks noGrp="1"/>
          </p:cNvSpPr>
          <p:nvPr>
            <p:ph type="body"/>
          </p:nvPr>
        </p:nvSpPr>
        <p:spPr>
          <a:xfrm>
            <a:off x="457200" y="1203480"/>
            <a:ext cx="8229240" cy="2982960"/>
          </a:xfrm>
          <a:prstGeom prst="rect">
            <a:avLst/>
          </a:prstGeom>
        </p:spPr>
        <p:txBody>
          <a:bodyPr lIns="0" rIns="0" tIns="0" bIns="0"/>
          <a:p>
            <a:pPr marL="432000" indent="-324000">
              <a:buClr>
                <a:srgbClr val="ffffff"/>
              </a:buClr>
              <a:buSzPct val="45000"/>
              <a:buFont typeface="Wingdings" charset="2"/>
              <a:buChar char=""/>
            </a:pPr>
            <a:r>
              <a:rPr lang="es-CL" sz="1400" spc="-1">
                <a:latin typeface="Arial"/>
              </a:rPr>
              <a:t>Click to edit the outline text format</a:t>
            </a:r>
            <a:endParaRPr/>
          </a:p>
          <a:p>
            <a:pPr lvl="1" marL="864000" indent="-324000">
              <a:buClr>
                <a:srgbClr val="ffffff"/>
              </a:buClr>
              <a:buSzPct val="75000"/>
              <a:buFont typeface="Symbol" charset="2"/>
              <a:buChar char=""/>
            </a:pPr>
            <a:r>
              <a:rPr lang="es-CL" sz="1400" spc="-1">
                <a:latin typeface="Arial"/>
              </a:rPr>
              <a:t>Second Outline Level</a:t>
            </a:r>
            <a:endParaRPr/>
          </a:p>
          <a:p>
            <a:pPr lvl="2" marL="1296000" indent="-288000">
              <a:buClr>
                <a:srgbClr val="ffffff"/>
              </a:buClr>
              <a:buSzPct val="45000"/>
              <a:buFont typeface="Wingdings" charset="2"/>
              <a:buChar char=""/>
            </a:pPr>
            <a:r>
              <a:rPr lang="es-CL" sz="1400" spc="-1">
                <a:latin typeface="Arial"/>
              </a:rPr>
              <a:t>Third Outline Level</a:t>
            </a:r>
            <a:endParaRPr/>
          </a:p>
          <a:p>
            <a:pPr lvl="3" marL="1728000" indent="-216000">
              <a:buClr>
                <a:srgbClr val="ffffff"/>
              </a:buClr>
              <a:buSzPct val="75000"/>
              <a:buFont typeface="Symbol" charset="2"/>
              <a:buChar char=""/>
            </a:pPr>
            <a:r>
              <a:rPr lang="es-CL" sz="1400" spc="-1">
                <a:latin typeface="Arial"/>
              </a:rPr>
              <a:t>Fourth Outline Level</a:t>
            </a:r>
            <a:endParaRPr/>
          </a:p>
          <a:p>
            <a:pPr lvl="4" marL="2160000" indent="-216000">
              <a:buClr>
                <a:srgbClr val="ffffff"/>
              </a:buClr>
              <a:buSzPct val="45000"/>
              <a:buFont typeface="Wingdings" charset="2"/>
              <a:buChar char=""/>
            </a:pPr>
            <a:r>
              <a:rPr lang="es-CL" sz="2000" spc="-1">
                <a:latin typeface="Arial"/>
              </a:rPr>
              <a:t>Fifth Outline Level</a:t>
            </a:r>
            <a:endParaRPr/>
          </a:p>
          <a:p>
            <a:pPr lvl="5" marL="2592000" indent="-216000">
              <a:buClr>
                <a:srgbClr val="ffffff"/>
              </a:buClr>
              <a:buSzPct val="45000"/>
              <a:buFont typeface="Wingdings" charset="2"/>
              <a:buChar char=""/>
            </a:pPr>
            <a:r>
              <a:rPr lang="es-CL" sz="2000" spc="-1">
                <a:latin typeface="Arial"/>
              </a:rPr>
              <a:t>Sixth Outline Level</a:t>
            </a:r>
            <a:endParaRPr/>
          </a:p>
          <a:p>
            <a:pPr lvl="6" marL="3024000" indent="-216000">
              <a:buClr>
                <a:srgbClr val="ffffff"/>
              </a:buClr>
              <a:buSzPct val="45000"/>
              <a:buFont typeface="Wingdings" charset="2"/>
              <a:buChar char=""/>
            </a:pPr>
            <a:r>
              <a:rPr lang="es-CL" sz="2000" spc="-1">
                <a:latin typeface="Arial"/>
              </a:rPr>
              <a:t>Seventh Outline Level</a:t>
            </a:r>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sldNum"/>
          </p:nvPr>
        </p:nvSpPr>
        <p:spPr>
          <a:xfrm>
            <a:off x="8498160" y="4688640"/>
            <a:ext cx="548280" cy="393120"/>
          </a:xfrm>
          <a:prstGeom prst="rect">
            <a:avLst/>
          </a:prstGeom>
        </p:spPr>
        <p:txBody>
          <a:bodyPr tIns="91440" bIns="91440" anchor="ctr"/>
          <a:p>
            <a:pPr>
              <a:lnSpc>
                <a:spcPct val="100000"/>
              </a:lnSpc>
            </a:pPr>
            <a:fld id="{B4F0B0E4-E1ED-45CE-BB11-C690AD8AA75C}" type="slidenum">
              <a:rPr lang="es-CL" sz="1400" spc="-1" strike="noStrike">
                <a:solidFill>
                  <a:srgbClr val="000000"/>
                </a:solidFill>
                <a:uFill>
                  <a:solidFill>
                    <a:srgbClr val="ffffff"/>
                  </a:solidFill>
                </a:uFill>
                <a:latin typeface="Arial"/>
                <a:ea typeface="Arial"/>
              </a:rPr>
              <a:t>&lt;number&gt;</a:t>
            </a:fld>
            <a:endParaRPr/>
          </a:p>
        </p:txBody>
      </p:sp>
      <p:sp>
        <p:nvSpPr>
          <p:cNvPr id="42" name="PlaceHolder 2"/>
          <p:cNvSpPr>
            <a:spLocks noGrp="1"/>
          </p:cNvSpPr>
          <p:nvPr>
            <p:ph type="title"/>
          </p:nvPr>
        </p:nvSpPr>
        <p:spPr>
          <a:xfrm>
            <a:off x="457200" y="205200"/>
            <a:ext cx="8229240" cy="858600"/>
          </a:xfrm>
          <a:prstGeom prst="rect">
            <a:avLst/>
          </a:prstGeom>
        </p:spPr>
        <p:txBody>
          <a:bodyPr lIns="0" rIns="0" tIns="0" bIns="0" anchor="ctr"/>
          <a:p>
            <a:r>
              <a:rPr lang="es-CL" sz="1400" spc="-1">
                <a:latin typeface="Arial"/>
              </a:rPr>
              <a:t>Click to edit the title text format</a:t>
            </a:r>
            <a:endParaRPr/>
          </a:p>
        </p:txBody>
      </p:sp>
      <p:sp>
        <p:nvSpPr>
          <p:cNvPr id="43" name="PlaceHolder 3"/>
          <p:cNvSpPr>
            <a:spLocks noGrp="1"/>
          </p:cNvSpPr>
          <p:nvPr>
            <p:ph type="body"/>
          </p:nvPr>
        </p:nvSpPr>
        <p:spPr>
          <a:xfrm>
            <a:off x="457200" y="1203480"/>
            <a:ext cx="8229240" cy="2982960"/>
          </a:xfrm>
          <a:prstGeom prst="rect">
            <a:avLst/>
          </a:prstGeom>
        </p:spPr>
        <p:txBody>
          <a:bodyPr lIns="0" rIns="0" tIns="0" bIns="0"/>
          <a:p>
            <a:pPr marL="432000" indent="-324000">
              <a:buClr>
                <a:srgbClr val="ffffff"/>
              </a:buClr>
              <a:buSzPct val="45000"/>
              <a:buFont typeface="Wingdings" charset="2"/>
              <a:buChar char=""/>
            </a:pPr>
            <a:r>
              <a:rPr lang="es-CL" sz="1400" spc="-1">
                <a:latin typeface="Arial"/>
              </a:rPr>
              <a:t>Click to edit the outline text format</a:t>
            </a:r>
            <a:endParaRPr/>
          </a:p>
          <a:p>
            <a:pPr lvl="1" marL="864000" indent="-324000">
              <a:buClr>
                <a:srgbClr val="ffffff"/>
              </a:buClr>
              <a:buSzPct val="75000"/>
              <a:buFont typeface="Symbol" charset="2"/>
              <a:buChar char=""/>
            </a:pPr>
            <a:r>
              <a:rPr lang="es-CL" sz="1400" spc="-1">
                <a:latin typeface="Arial"/>
              </a:rPr>
              <a:t>Second Outline Level</a:t>
            </a:r>
            <a:endParaRPr/>
          </a:p>
          <a:p>
            <a:pPr lvl="2" marL="1296000" indent="-288000">
              <a:buClr>
                <a:srgbClr val="ffffff"/>
              </a:buClr>
              <a:buSzPct val="45000"/>
              <a:buFont typeface="Wingdings" charset="2"/>
              <a:buChar char=""/>
            </a:pPr>
            <a:r>
              <a:rPr lang="es-CL" sz="1400" spc="-1">
                <a:latin typeface="Arial"/>
              </a:rPr>
              <a:t>Third Outline Level</a:t>
            </a:r>
            <a:endParaRPr/>
          </a:p>
          <a:p>
            <a:pPr lvl="3" marL="1728000" indent="-216000">
              <a:buClr>
                <a:srgbClr val="ffffff"/>
              </a:buClr>
              <a:buSzPct val="75000"/>
              <a:buFont typeface="Symbol" charset="2"/>
              <a:buChar char=""/>
            </a:pPr>
            <a:r>
              <a:rPr lang="es-CL" sz="1400" spc="-1">
                <a:latin typeface="Arial"/>
              </a:rPr>
              <a:t>Fourth Outline Level</a:t>
            </a:r>
            <a:endParaRPr/>
          </a:p>
          <a:p>
            <a:pPr lvl="4" marL="2160000" indent="-216000">
              <a:buClr>
                <a:srgbClr val="ffffff"/>
              </a:buClr>
              <a:buSzPct val="45000"/>
              <a:buFont typeface="Wingdings" charset="2"/>
              <a:buChar char=""/>
            </a:pPr>
            <a:r>
              <a:rPr lang="es-CL" sz="2000" spc="-1">
                <a:latin typeface="Arial"/>
              </a:rPr>
              <a:t>Fifth Outline Level</a:t>
            </a:r>
            <a:endParaRPr/>
          </a:p>
          <a:p>
            <a:pPr lvl="5" marL="2592000" indent="-216000">
              <a:buClr>
                <a:srgbClr val="ffffff"/>
              </a:buClr>
              <a:buSzPct val="45000"/>
              <a:buFont typeface="Wingdings" charset="2"/>
              <a:buChar char=""/>
            </a:pPr>
            <a:r>
              <a:rPr lang="es-CL" sz="2000" spc="-1">
                <a:latin typeface="Arial"/>
              </a:rPr>
              <a:t>Sixth Outline Level</a:t>
            </a:r>
            <a:endParaRPr/>
          </a:p>
          <a:p>
            <a:pPr lvl="6" marL="3024000" indent="-216000">
              <a:buClr>
                <a:srgbClr val="ffffff"/>
              </a:buClr>
              <a:buSzPct val="45000"/>
              <a:buFont typeface="Wingdings" charset="2"/>
              <a:buChar char=""/>
            </a:pPr>
            <a:r>
              <a:rPr lang="es-CL" sz="2000" spc="-1">
                <a:latin typeface="Arial"/>
              </a:rPr>
              <a:t>Seventh Outline Level</a:t>
            </a:r>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p:cSld>
    <p:bg>
      <p:bgPr>
        <a:solidFill>
          <a:srgbClr val="353535"/>
        </a:solidFill>
      </p:bgPr>
    </p:bg>
    <p:spTree>
      <p:nvGrpSpPr>
        <p:cNvPr id="1" name=""/>
        <p:cNvGrpSpPr/>
        <p:nvPr/>
      </p:nvGrpSpPr>
      <p:grpSpPr>
        <a:xfrm>
          <a:off x="0" y="0"/>
          <a:ext cx="0" cy="0"/>
          <a:chOff x="0" y="0"/>
          <a:chExt cx="0" cy="0"/>
        </a:xfrm>
      </p:grpSpPr>
      <p:sp>
        <p:nvSpPr>
          <p:cNvPr id="78" name="CustomShape 1"/>
          <p:cNvSpPr/>
          <p:nvPr/>
        </p:nvSpPr>
        <p:spPr>
          <a:xfrm>
            <a:off x="425160" y="415800"/>
            <a:ext cx="182880" cy="360"/>
          </a:xfrm>
          <a:custGeom>
            <a:avLst/>
            <a:gdLst/>
            <a:ahLst/>
            <a:rect l="l" t="t" r="r" b="b"/>
            <a:pathLst>
              <a:path w="21600" h="21600">
                <a:moveTo>
                  <a:pt x="0" y="0"/>
                </a:moveTo>
                <a:lnTo>
                  <a:pt x="21600" y="21600"/>
                </a:lnTo>
              </a:path>
            </a:pathLst>
          </a:custGeom>
          <a:noFill/>
          <a:ln w="19080">
            <a:solidFill>
              <a:schemeClr val="lt1"/>
            </a:solidFill>
            <a:round/>
          </a:ln>
        </p:spPr>
        <p:style>
          <a:lnRef idx="0"/>
          <a:fillRef idx="0"/>
          <a:effectRef idx="0"/>
          <a:fontRef idx="minor"/>
        </p:style>
      </p:sp>
      <p:sp>
        <p:nvSpPr>
          <p:cNvPr id="79" name="PlaceHolder 2"/>
          <p:cNvSpPr>
            <a:spLocks noGrp="1"/>
          </p:cNvSpPr>
          <p:nvPr>
            <p:ph type="title"/>
          </p:nvPr>
        </p:nvSpPr>
        <p:spPr>
          <a:xfrm>
            <a:off x="282960" y="712080"/>
            <a:ext cx="6243840" cy="3835080"/>
          </a:xfrm>
          <a:prstGeom prst="rect">
            <a:avLst/>
          </a:prstGeom>
        </p:spPr>
        <p:txBody>
          <a:bodyPr tIns="91440" bIns="91440" anchor="ctr"/>
          <a:p>
            <a:endParaRPr/>
          </a:p>
        </p:txBody>
      </p:sp>
      <p:sp>
        <p:nvSpPr>
          <p:cNvPr id="80" name="PlaceHolder 3"/>
          <p:cNvSpPr>
            <a:spLocks noGrp="1"/>
          </p:cNvSpPr>
          <p:nvPr>
            <p:ph type="sldNum"/>
          </p:nvPr>
        </p:nvSpPr>
        <p:spPr>
          <a:xfrm>
            <a:off x="8498160" y="4688640"/>
            <a:ext cx="548280" cy="393120"/>
          </a:xfrm>
          <a:prstGeom prst="rect">
            <a:avLst/>
          </a:prstGeom>
        </p:spPr>
        <p:txBody>
          <a:bodyPr tIns="91440" bIns="91440" anchor="ctr"/>
          <a:p>
            <a:pPr>
              <a:lnSpc>
                <a:spcPct val="100000"/>
              </a:lnSpc>
            </a:pPr>
            <a:fld id="{A3D055A8-E988-44E9-8B63-11A6D2E5E377}" type="slidenum">
              <a:rPr lang="es-CL" sz="1400" spc="-1" strike="noStrike">
                <a:solidFill>
                  <a:srgbClr val="ffffff"/>
                </a:solidFill>
                <a:uFill>
                  <a:solidFill>
                    <a:srgbClr val="ffffff"/>
                  </a:solidFill>
                </a:uFill>
                <a:latin typeface="Arial"/>
                <a:ea typeface="Arial"/>
              </a:rPr>
              <a:t>&lt;number&gt;</a:t>
            </a:fld>
            <a:endParaRPr/>
          </a:p>
        </p:txBody>
      </p:sp>
      <p:sp>
        <p:nvSpPr>
          <p:cNvPr id="81" name="PlaceHolder 4"/>
          <p:cNvSpPr>
            <a:spLocks noGrp="1"/>
          </p:cNvSpPr>
          <p:nvPr>
            <p:ph type="body"/>
          </p:nvPr>
        </p:nvSpPr>
        <p:spPr>
          <a:xfrm>
            <a:off x="457200" y="1203480"/>
            <a:ext cx="8229240" cy="2982960"/>
          </a:xfrm>
          <a:prstGeom prst="rect">
            <a:avLst/>
          </a:prstGeom>
        </p:spPr>
        <p:txBody>
          <a:bodyPr lIns="0" rIns="0" tIns="0" bIns="0"/>
          <a:p>
            <a:pPr marL="432000" indent="-324000">
              <a:buClr>
                <a:srgbClr val="ffffff"/>
              </a:buClr>
              <a:buSzPct val="45000"/>
              <a:buFont typeface="Wingdings" charset="2"/>
              <a:buChar char=""/>
            </a:pPr>
            <a:r>
              <a:rPr lang="es-CL" sz="1400" spc="-1">
                <a:latin typeface="Arial"/>
              </a:rPr>
              <a:t>Click to edit the outline text format</a:t>
            </a:r>
            <a:endParaRPr/>
          </a:p>
          <a:p>
            <a:pPr lvl="1" marL="864000" indent="-324000">
              <a:buClr>
                <a:srgbClr val="ffffff"/>
              </a:buClr>
              <a:buSzPct val="75000"/>
              <a:buFont typeface="Symbol" charset="2"/>
              <a:buChar char=""/>
            </a:pPr>
            <a:r>
              <a:rPr lang="es-CL" sz="1400" spc="-1">
                <a:latin typeface="Arial"/>
              </a:rPr>
              <a:t>Second Outline Level</a:t>
            </a:r>
            <a:endParaRPr/>
          </a:p>
          <a:p>
            <a:pPr lvl="2" marL="1296000" indent="-288000">
              <a:buClr>
                <a:srgbClr val="ffffff"/>
              </a:buClr>
              <a:buSzPct val="45000"/>
              <a:buFont typeface="Wingdings" charset="2"/>
              <a:buChar char=""/>
            </a:pPr>
            <a:r>
              <a:rPr lang="es-CL" sz="1400" spc="-1">
                <a:latin typeface="Arial"/>
              </a:rPr>
              <a:t>Third Outline Level</a:t>
            </a:r>
            <a:endParaRPr/>
          </a:p>
          <a:p>
            <a:pPr lvl="3" marL="1728000" indent="-216000">
              <a:buClr>
                <a:srgbClr val="ffffff"/>
              </a:buClr>
              <a:buSzPct val="75000"/>
              <a:buFont typeface="Symbol" charset="2"/>
              <a:buChar char=""/>
            </a:pPr>
            <a:r>
              <a:rPr lang="es-CL" sz="1400" spc="-1">
                <a:latin typeface="Arial"/>
              </a:rPr>
              <a:t>Fourth Outline Level</a:t>
            </a:r>
            <a:endParaRPr/>
          </a:p>
          <a:p>
            <a:pPr lvl="4" marL="2160000" indent="-216000">
              <a:buClr>
                <a:srgbClr val="ffffff"/>
              </a:buClr>
              <a:buSzPct val="45000"/>
              <a:buFont typeface="Wingdings" charset="2"/>
              <a:buChar char=""/>
            </a:pPr>
            <a:r>
              <a:rPr lang="es-CL" sz="2000" spc="-1">
                <a:latin typeface="Arial"/>
              </a:rPr>
              <a:t>Fifth Outline Level</a:t>
            </a:r>
            <a:endParaRPr/>
          </a:p>
          <a:p>
            <a:pPr lvl="5" marL="2592000" indent="-216000">
              <a:buClr>
                <a:srgbClr val="ffffff"/>
              </a:buClr>
              <a:buSzPct val="45000"/>
              <a:buFont typeface="Wingdings" charset="2"/>
              <a:buChar char=""/>
            </a:pPr>
            <a:r>
              <a:rPr lang="es-CL" sz="2000" spc="-1">
                <a:latin typeface="Arial"/>
              </a:rPr>
              <a:t>Sixth Outline Level</a:t>
            </a:r>
            <a:endParaRPr/>
          </a:p>
          <a:p>
            <a:pPr lvl="6" marL="3024000" indent="-216000">
              <a:buClr>
                <a:srgbClr val="ffffff"/>
              </a:buClr>
              <a:buSzPct val="45000"/>
              <a:buFont typeface="Wingdings" charset="2"/>
              <a:buChar char=""/>
            </a:pPr>
            <a:r>
              <a:rPr lang="es-CL" sz="2000" spc="-1">
                <a:latin typeface="Arial"/>
              </a:rPr>
              <a:t>Seventh Outline Level</a:t>
            </a:r>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6" name="TextShape 1"/>
          <p:cNvSpPr txBox="1"/>
          <p:nvPr/>
        </p:nvSpPr>
        <p:spPr>
          <a:xfrm>
            <a:off x="2371680" y="630360"/>
            <a:ext cx="6331320" cy="1541520"/>
          </a:xfrm>
          <a:prstGeom prst="rect">
            <a:avLst/>
          </a:prstGeom>
          <a:noFill/>
          <a:ln>
            <a:noFill/>
          </a:ln>
        </p:spPr>
        <p:txBody>
          <a:bodyPr tIns="91440" bIns="91440"/>
          <a:p>
            <a:pPr>
              <a:lnSpc>
                <a:spcPct val="100000"/>
              </a:lnSpc>
            </a:pPr>
            <a:r>
              <a:rPr b="1" lang="es-CL" sz="4800" spc="-1" strike="noStrike">
                <a:solidFill>
                  <a:srgbClr val="ffffff"/>
                </a:solidFill>
                <a:uFill>
                  <a:solidFill>
                    <a:srgbClr val="ffffff"/>
                  </a:solidFill>
                </a:uFill>
                <a:latin typeface="Raleway"/>
                <a:ea typeface="Raleway"/>
              </a:rPr>
              <a:t>Taller cientifico</a:t>
            </a:r>
            <a:r>
              <a:rPr b="1" lang="es-CL" sz="4800" spc="-1" strike="noStrike">
                <a:solidFill>
                  <a:srgbClr val="ffffff"/>
                </a:solidFill>
                <a:uFill>
                  <a:solidFill>
                    <a:srgbClr val="ffffff"/>
                  </a:solidFill>
                </a:uFill>
                <a:latin typeface="Raleway"/>
                <a:ea typeface="Raleway"/>
              </a:rPr>
              <a:t>
</a:t>
            </a:r>
            <a:r>
              <a:rPr b="1" lang="es-CL" sz="4800" spc="-1" strike="noStrike">
                <a:solidFill>
                  <a:srgbClr val="ffffff"/>
                </a:solidFill>
                <a:uFill>
                  <a:solidFill>
                    <a:srgbClr val="ffffff"/>
                  </a:solidFill>
                </a:uFill>
                <a:latin typeface="Raleway"/>
                <a:ea typeface="Raleway"/>
              </a:rPr>
              <a:t>Máquinas de Rube - Goldberg</a:t>
            </a:r>
            <a:endParaRPr/>
          </a:p>
        </p:txBody>
      </p:sp>
      <p:sp>
        <p:nvSpPr>
          <p:cNvPr id="117" name="TextShape 2"/>
          <p:cNvSpPr txBox="1"/>
          <p:nvPr/>
        </p:nvSpPr>
        <p:spPr>
          <a:xfrm>
            <a:off x="2390400" y="3238560"/>
            <a:ext cx="6331320" cy="1241280"/>
          </a:xfrm>
          <a:prstGeom prst="rect">
            <a:avLst/>
          </a:prstGeom>
          <a:noFill/>
          <a:ln>
            <a:noFill/>
          </a:ln>
        </p:spPr>
        <p:txBody>
          <a:bodyPr tIns="91440" bIns="91440" anchor="b"/>
          <a:p>
            <a:pPr>
              <a:lnSpc>
                <a:spcPct val="100000"/>
              </a:lnSpc>
            </a:pPr>
            <a:r>
              <a:rPr lang="es-CL" sz="2400" spc="-1" strike="noStrike">
                <a:solidFill>
                  <a:srgbClr val="ffffff"/>
                </a:solidFill>
                <a:uFill>
                  <a:solidFill>
                    <a:srgbClr val="ffffff"/>
                  </a:solidFill>
                </a:uFill>
                <a:latin typeface="Lato"/>
                <a:ea typeface="Lato"/>
              </a:rPr>
              <a:t>Una guía realizada por el prof. Cristian Muñoz</a:t>
            </a:r>
            <a:endParaRPr/>
          </a:p>
        </p:txBody>
      </p:sp>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8" name="TextShape 1"/>
          <p:cNvSpPr txBox="1"/>
          <p:nvPr/>
        </p:nvSpPr>
        <p:spPr>
          <a:xfrm>
            <a:off x="535680" y="244080"/>
            <a:ext cx="6807600" cy="767520"/>
          </a:xfrm>
          <a:prstGeom prst="rect">
            <a:avLst/>
          </a:prstGeom>
          <a:noFill/>
          <a:ln>
            <a:noFill/>
          </a:ln>
        </p:spPr>
        <p:txBody>
          <a:bodyPr tIns="91440" bIns="91440"/>
          <a:p>
            <a:pPr>
              <a:lnSpc>
                <a:spcPct val="100000"/>
              </a:lnSpc>
            </a:pPr>
            <a:r>
              <a:rPr b="1" lang="es-CL" sz="3600" spc="-1" strike="noStrike">
                <a:solidFill>
                  <a:srgbClr val="f46524"/>
                </a:solidFill>
                <a:uFill>
                  <a:solidFill>
                    <a:srgbClr val="ffffff"/>
                  </a:solidFill>
                </a:uFill>
                <a:latin typeface="Raleway"/>
                <a:ea typeface="Raleway"/>
              </a:rPr>
              <a:t>Máquina de Rube Goldberg</a:t>
            </a:r>
            <a:endParaRPr/>
          </a:p>
        </p:txBody>
      </p:sp>
      <p:sp>
        <p:nvSpPr>
          <p:cNvPr id="119" name="TextShape 2"/>
          <p:cNvSpPr txBox="1"/>
          <p:nvPr/>
        </p:nvSpPr>
        <p:spPr>
          <a:xfrm>
            <a:off x="535680" y="1480320"/>
            <a:ext cx="5677560" cy="3067200"/>
          </a:xfrm>
          <a:prstGeom prst="rect">
            <a:avLst/>
          </a:prstGeom>
          <a:noFill/>
          <a:ln>
            <a:noFill/>
          </a:ln>
        </p:spPr>
        <p:txBody>
          <a:bodyPr tIns="91440" bIns="91440"/>
          <a:p>
            <a:pPr>
              <a:lnSpc>
                <a:spcPct val="115000"/>
              </a:lnSpc>
            </a:pPr>
            <a:r>
              <a:rPr lang="es-CL" sz="1800" spc="-1" strike="noStrike">
                <a:solidFill>
                  <a:srgbClr val="000000"/>
                </a:solidFill>
                <a:uFill>
                  <a:solidFill>
                    <a:srgbClr val="ffffff"/>
                  </a:solidFill>
                </a:uFill>
                <a:latin typeface="Lato"/>
                <a:ea typeface="Lato"/>
              </a:rPr>
              <a:t>Un dispositivo o máquina de Rube Goldberg es cualquier aparato muy complejo que realiza una tarea muy simple de una manera muy indirecta y retorcida. Rube ideó y dibujó varios de estos patafísicos dispositivos. Los mejores ejemplos de sus máquinas tienen un factor de anticipación. El hecho de que algo tan absurdo esté sucediendo solamente puede ser superado por el hecho de que suceda de una manera incierta. </a:t>
            </a:r>
            <a:r>
              <a:rPr lang="es-CL" sz="1800" spc="-1" strike="noStrike">
                <a:solidFill>
                  <a:srgbClr val="000000"/>
                </a:solidFill>
                <a:uFill>
                  <a:solidFill>
                    <a:srgbClr val="ffffff"/>
                  </a:solidFill>
                </a:uFill>
                <a:latin typeface="Lato"/>
                <a:ea typeface="Lato"/>
              </a:rPr>
              <a:t>
</a:t>
            </a:r>
            <a:endParaRPr/>
          </a:p>
        </p:txBody>
      </p:sp>
      <p:pic>
        <p:nvPicPr>
          <p:cNvPr id="120" name="Shape 80" descr=""/>
          <p:cNvPicPr/>
          <p:nvPr/>
        </p:nvPicPr>
        <p:blipFill>
          <a:blip r:embed="rId1"/>
          <a:stretch/>
        </p:blipFill>
        <p:spPr>
          <a:xfrm>
            <a:off x="7343640" y="2804400"/>
            <a:ext cx="1571760" cy="2050920"/>
          </a:xfrm>
          <a:prstGeom prst="rect">
            <a:avLst/>
          </a:prstGeom>
          <a:ln>
            <a:noFill/>
          </a:ln>
        </p:spPr>
      </p:pic>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6524"/>
        </a:solidFill>
      </p:bgPr>
    </p:bg>
    <p:spTree>
      <p:nvGrpSpPr>
        <p:cNvPr id="1" name=""/>
        <p:cNvGrpSpPr/>
        <p:nvPr/>
      </p:nvGrpSpPr>
      <p:grpSpPr>
        <a:xfrm>
          <a:off x="0" y="0"/>
          <a:ext cx="0" cy="0"/>
          <a:chOff x="0" y="0"/>
          <a:chExt cx="0" cy="0"/>
        </a:xfrm>
      </p:grpSpPr>
      <p:pic>
        <p:nvPicPr>
          <p:cNvPr id="121" name="Shape 85" descr=""/>
          <p:cNvPicPr/>
          <p:nvPr/>
        </p:nvPicPr>
        <p:blipFill>
          <a:blip r:embed="rId1"/>
          <a:stretch/>
        </p:blipFill>
        <p:spPr>
          <a:xfrm>
            <a:off x="2444760" y="162720"/>
            <a:ext cx="4254120" cy="4817520"/>
          </a:xfrm>
          <a:prstGeom prst="rect">
            <a:avLst/>
          </a:prstGeom>
          <a:ln>
            <a:noFill/>
          </a:ln>
        </p:spPr>
      </p:pic>
      <p:pic>
        <p:nvPicPr>
          <p:cNvPr id="122" name="Shape 86" descr=""/>
          <p:cNvPicPr/>
          <p:nvPr/>
        </p:nvPicPr>
        <p:blipFill>
          <a:blip r:embed="rId2"/>
          <a:srcRect l="9242" t="5927" r="2118" b="10007"/>
          <a:stretch/>
        </p:blipFill>
        <p:spPr>
          <a:xfrm rot="154800">
            <a:off x="3535920" y="147240"/>
            <a:ext cx="2071800" cy="735840"/>
          </a:xfrm>
          <a:prstGeom prst="rect">
            <a:avLst/>
          </a:prstGeom>
          <a:ln>
            <a:noFill/>
          </a:ln>
        </p:spPr>
      </p:pic>
      <p:sp>
        <p:nvSpPr>
          <p:cNvPr id="123" name="CustomShape 1"/>
          <p:cNvSpPr/>
          <p:nvPr/>
        </p:nvSpPr>
        <p:spPr>
          <a:xfrm>
            <a:off x="2855520" y="687240"/>
            <a:ext cx="3432600" cy="762120"/>
          </a:xfrm>
          <a:prstGeom prst="rect">
            <a:avLst/>
          </a:prstGeom>
          <a:noFill/>
          <a:ln>
            <a:noFill/>
          </a:ln>
        </p:spPr>
        <p:style>
          <a:lnRef idx="0"/>
          <a:fillRef idx="0"/>
          <a:effectRef idx="0"/>
          <a:fontRef idx="minor"/>
        </p:style>
        <p:txBody>
          <a:bodyPr tIns="91440" bIns="91440" anchor="b"/>
          <a:p>
            <a:pPr>
              <a:lnSpc>
                <a:spcPct val="100000"/>
              </a:lnSpc>
            </a:pPr>
            <a:r>
              <a:rPr b="1" lang="es-CL" sz="3000" spc="-1" strike="noStrike">
                <a:solidFill>
                  <a:srgbClr val="757575"/>
                </a:solidFill>
                <a:uFill>
                  <a:solidFill>
                    <a:srgbClr val="ffffff"/>
                  </a:solidFill>
                </a:uFill>
                <a:latin typeface="Raleway"/>
                <a:ea typeface="Raleway"/>
              </a:rPr>
              <a:t>1. Intro</a:t>
            </a:r>
            <a:endParaRPr/>
          </a:p>
        </p:txBody>
      </p:sp>
      <p:sp>
        <p:nvSpPr>
          <p:cNvPr id="124" name="TextShape 2"/>
          <p:cNvSpPr txBox="1"/>
          <p:nvPr/>
        </p:nvSpPr>
        <p:spPr>
          <a:xfrm>
            <a:off x="2855520" y="1377360"/>
            <a:ext cx="3432600" cy="3327480"/>
          </a:xfrm>
          <a:prstGeom prst="rect">
            <a:avLst/>
          </a:prstGeom>
          <a:noFill/>
          <a:ln>
            <a:noFill/>
          </a:ln>
        </p:spPr>
        <p:txBody>
          <a:bodyPr tIns="91440" bIns="91440"/>
          <a:p>
            <a:pPr>
              <a:lnSpc>
                <a:spcPct val="100000"/>
              </a:lnSpc>
            </a:pPr>
            <a:r>
              <a:rPr b="1" lang="es-CL" sz="1200" spc="-1" strike="noStrike">
                <a:solidFill>
                  <a:srgbClr val="000000"/>
                </a:solidFill>
                <a:uFill>
                  <a:solidFill>
                    <a:srgbClr val="ffffff"/>
                  </a:solidFill>
                </a:uFill>
                <a:latin typeface="Raleway"/>
                <a:ea typeface="Raleway"/>
              </a:rPr>
              <a:t>Vamos a recrear una de estas máquinas</a:t>
            </a:r>
            <a:r>
              <a:rPr lang="es-CL" sz="1200" spc="-1" strike="noStrike">
                <a:solidFill>
                  <a:srgbClr val="000000"/>
                </a:solidFill>
                <a:uFill>
                  <a:solidFill>
                    <a:srgbClr val="ffffff"/>
                  </a:solidFill>
                </a:uFill>
                <a:latin typeface="Raleway"/>
                <a:ea typeface="Raleway"/>
              </a:rPr>
              <a:t>.</a:t>
            </a:r>
            <a:endParaRPr/>
          </a:p>
          <a:p>
            <a:pPr marL="457200" indent="-317160">
              <a:lnSpc>
                <a:spcPct val="100000"/>
              </a:lnSpc>
              <a:buClr>
                <a:srgbClr val="f46524"/>
              </a:buClr>
              <a:buFont typeface="Raleway"/>
              <a:buChar char="➔"/>
            </a:pPr>
            <a:r>
              <a:rPr b="1" lang="es-CL" sz="1400" spc="-1" strike="noStrike">
                <a:solidFill>
                  <a:srgbClr val="f46524"/>
                </a:solidFill>
                <a:uFill>
                  <a:solidFill>
                    <a:srgbClr val="ffffff"/>
                  </a:solidFill>
                </a:uFill>
                <a:latin typeface="Raleway"/>
                <a:ea typeface="Raleway"/>
              </a:rPr>
              <a:t>Diseñar la idea</a:t>
            </a:r>
            <a:r>
              <a:rPr lang="es-CL" sz="1400" spc="-1" strike="noStrike">
                <a:solidFill>
                  <a:srgbClr val="000000"/>
                </a:solidFill>
                <a:uFill>
                  <a:solidFill>
                    <a:srgbClr val="ffffff"/>
                  </a:solidFill>
                </a:uFill>
                <a:latin typeface="Raleway"/>
                <a:ea typeface="Raleway"/>
              </a:rPr>
              <a:t>
</a:t>
            </a:r>
            <a:r>
              <a:rPr lang="es-CL" sz="1200" spc="-1" strike="noStrike">
                <a:solidFill>
                  <a:srgbClr val="000000"/>
                </a:solidFill>
                <a:uFill>
                  <a:solidFill>
                    <a:srgbClr val="ffffff"/>
                  </a:solidFill>
                </a:uFill>
                <a:latin typeface="Raleway"/>
                <a:ea typeface="Raleway"/>
              </a:rPr>
              <a:t>Escribir que hará la máquina.</a:t>
            </a:r>
            <a:endParaRPr/>
          </a:p>
          <a:p>
            <a:pPr marL="457200" indent="-317160">
              <a:lnSpc>
                <a:spcPct val="100000"/>
              </a:lnSpc>
              <a:buClr>
                <a:srgbClr val="f46524"/>
              </a:buClr>
              <a:buFont typeface="Raleway"/>
              <a:buChar char="➔"/>
            </a:pPr>
            <a:r>
              <a:rPr b="1" lang="es-CL" sz="1400" spc="-1" strike="noStrike">
                <a:solidFill>
                  <a:srgbClr val="f46524"/>
                </a:solidFill>
                <a:uFill>
                  <a:solidFill>
                    <a:srgbClr val="ffffff"/>
                  </a:solidFill>
                </a:uFill>
                <a:latin typeface="Raleway"/>
                <a:ea typeface="Raleway"/>
              </a:rPr>
              <a:t>Dibujar la máquina</a:t>
            </a:r>
            <a:r>
              <a:rPr lang="es-CL" sz="1400" spc="-1" strike="noStrike">
                <a:solidFill>
                  <a:srgbClr val="000000"/>
                </a:solidFill>
                <a:uFill>
                  <a:solidFill>
                    <a:srgbClr val="ffffff"/>
                  </a:solidFill>
                </a:uFill>
                <a:latin typeface="Raleway"/>
                <a:ea typeface="Raleway"/>
              </a:rPr>
              <a:t>
</a:t>
            </a:r>
            <a:r>
              <a:rPr lang="es-CL" sz="1200" spc="-1" strike="noStrike">
                <a:solidFill>
                  <a:srgbClr val="000000"/>
                </a:solidFill>
                <a:uFill>
                  <a:solidFill>
                    <a:srgbClr val="ffffff"/>
                  </a:solidFill>
                </a:uFill>
                <a:latin typeface="Raleway"/>
                <a:ea typeface="Raleway"/>
              </a:rPr>
              <a:t>Materiales y esquema general.</a:t>
            </a:r>
            <a:endParaRPr/>
          </a:p>
          <a:p>
            <a:pPr marL="457200" indent="-317160">
              <a:lnSpc>
                <a:spcPct val="100000"/>
              </a:lnSpc>
              <a:buClr>
                <a:srgbClr val="f46524"/>
              </a:buClr>
              <a:buFont typeface="Raleway"/>
              <a:buChar char="➔"/>
            </a:pPr>
            <a:r>
              <a:rPr b="1" lang="es-CL" sz="1400" spc="-1" strike="noStrike">
                <a:solidFill>
                  <a:srgbClr val="f46524"/>
                </a:solidFill>
                <a:uFill>
                  <a:solidFill>
                    <a:srgbClr val="ffffff"/>
                  </a:solidFill>
                </a:uFill>
                <a:latin typeface="Raleway"/>
                <a:ea typeface="Raleway"/>
              </a:rPr>
              <a:t>Montar y probar.</a:t>
            </a:r>
            <a:r>
              <a:rPr lang="es-CL" sz="1400" spc="-1" strike="noStrike">
                <a:solidFill>
                  <a:srgbClr val="000000"/>
                </a:solidFill>
                <a:uFill>
                  <a:solidFill>
                    <a:srgbClr val="ffffff"/>
                  </a:solidFill>
                </a:uFill>
                <a:latin typeface="Raleway"/>
                <a:ea typeface="Raleway"/>
              </a:rPr>
              <a:t>
</a:t>
            </a:r>
            <a:r>
              <a:rPr lang="es-CL" sz="1200" spc="-1" strike="noStrike">
                <a:solidFill>
                  <a:srgbClr val="000000"/>
                </a:solidFill>
                <a:uFill>
                  <a:solidFill>
                    <a:srgbClr val="ffffff"/>
                  </a:solidFill>
                </a:uFill>
                <a:latin typeface="Raleway"/>
                <a:ea typeface="Raleway"/>
              </a:rPr>
              <a:t>Armado de la máquina y producción.</a:t>
            </a:r>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5" name="TextShape 1"/>
          <p:cNvSpPr txBox="1"/>
          <p:nvPr/>
        </p:nvSpPr>
        <p:spPr>
          <a:xfrm>
            <a:off x="282960" y="712080"/>
            <a:ext cx="8631360" cy="3835080"/>
          </a:xfrm>
          <a:prstGeom prst="rect">
            <a:avLst/>
          </a:prstGeom>
          <a:noFill/>
          <a:ln>
            <a:noFill/>
          </a:ln>
        </p:spPr>
        <p:txBody>
          <a:bodyPr tIns="91440" bIns="91440"/>
          <a:p>
            <a:pPr>
              <a:lnSpc>
                <a:spcPct val="100000"/>
              </a:lnSpc>
            </a:pPr>
            <a:r>
              <a:rPr b="1" lang="es-CL" sz="4800" spc="-1" strike="noStrike">
                <a:solidFill>
                  <a:srgbClr val="ffffff"/>
                </a:solidFill>
                <a:uFill>
                  <a:solidFill>
                    <a:srgbClr val="ffffff"/>
                  </a:solidFill>
                </a:uFill>
                <a:latin typeface="Raleway"/>
                <a:ea typeface="Raleway"/>
              </a:rPr>
              <a:t>¿Para qué nos servirá diseñar esta máquina? </a:t>
            </a:r>
            <a:r>
              <a:rPr b="1" lang="es-CL" sz="4800" spc="-1" strike="noStrike">
                <a:solidFill>
                  <a:srgbClr val="fb8c00"/>
                </a:solidFill>
                <a:uFill>
                  <a:solidFill>
                    <a:srgbClr val="ffffff"/>
                  </a:solidFill>
                </a:uFill>
                <a:latin typeface="Raleway"/>
                <a:ea typeface="Raleway"/>
              </a:rPr>
              <a:t>Seremos capaces de aplicar el método científico.</a:t>
            </a:r>
            <a:endParaRPr/>
          </a:p>
        </p:txBody>
      </p:sp>
      <p:pic>
        <p:nvPicPr>
          <p:cNvPr id="126" name="Shape 95" descr=""/>
          <p:cNvPicPr/>
          <p:nvPr/>
        </p:nvPicPr>
        <p:blipFill>
          <a:blip r:embed="rId1"/>
          <a:stretch/>
        </p:blipFill>
        <p:spPr>
          <a:xfrm>
            <a:off x="6781320" y="3180240"/>
            <a:ext cx="2211840" cy="1820520"/>
          </a:xfrm>
          <a:prstGeom prst="rect">
            <a:avLst/>
          </a:prstGeom>
          <a:ln>
            <a:noFill/>
          </a:ln>
        </p:spPr>
      </p:pic>
      <p:pic>
        <p:nvPicPr>
          <p:cNvPr id="127" name="Shape 96" descr=""/>
          <p:cNvPicPr/>
          <p:nvPr/>
        </p:nvPicPr>
        <p:blipFill>
          <a:blip r:embed="rId2"/>
          <a:srcRect l="9242" t="5927" r="2118" b="10007"/>
          <a:stretch/>
        </p:blipFill>
        <p:spPr>
          <a:xfrm rot="112800">
            <a:off x="7353000" y="3174480"/>
            <a:ext cx="1076400" cy="277920"/>
          </a:xfrm>
          <a:prstGeom prst="rect">
            <a:avLst/>
          </a:prstGeom>
          <a:ln>
            <a:noFill/>
          </a:ln>
        </p:spPr>
      </p:pic>
      <p:sp>
        <p:nvSpPr>
          <p:cNvPr id="128" name="CustomShape 2"/>
          <p:cNvSpPr/>
          <p:nvPr/>
        </p:nvSpPr>
        <p:spPr>
          <a:xfrm>
            <a:off x="6922800" y="3406320"/>
            <a:ext cx="1928520" cy="1456200"/>
          </a:xfrm>
          <a:prstGeom prst="rect">
            <a:avLst/>
          </a:prstGeom>
          <a:noFill/>
          <a:ln>
            <a:noFill/>
          </a:ln>
        </p:spPr>
        <p:style>
          <a:lnRef idx="0"/>
          <a:fillRef idx="0"/>
          <a:effectRef idx="0"/>
          <a:fontRef idx="minor"/>
        </p:style>
        <p:txBody>
          <a:bodyPr tIns="91440" bIns="91440"/>
          <a:p>
            <a:pPr>
              <a:lnSpc>
                <a:spcPct val="100000"/>
              </a:lnSpc>
            </a:pPr>
            <a:r>
              <a:rPr b="1" lang="es-CL" sz="1400" spc="-1" strike="noStrike">
                <a:solidFill>
                  <a:srgbClr val="f46524"/>
                </a:solidFill>
                <a:uFill>
                  <a:solidFill>
                    <a:srgbClr val="ffffff"/>
                  </a:solidFill>
                </a:uFill>
                <a:latin typeface="Raleway"/>
                <a:ea typeface="Raleway"/>
              </a:rPr>
              <a:t>Tip</a:t>
            </a:r>
            <a:endParaRPr/>
          </a:p>
          <a:p>
            <a:pPr>
              <a:lnSpc>
                <a:spcPct val="100000"/>
              </a:lnSpc>
            </a:pPr>
            <a:r>
              <a:rPr lang="es-CL" sz="1200" spc="-1" strike="noStrike">
                <a:solidFill>
                  <a:srgbClr val="000000"/>
                </a:solidFill>
                <a:uFill>
                  <a:solidFill>
                    <a:srgbClr val="ffffff"/>
                  </a:solidFill>
                </a:uFill>
                <a:latin typeface="Raleway"/>
                <a:ea typeface="Raleway"/>
              </a:rPr>
              <a:t>Primero piensa en algo sencillo de realizar y con materiales que dispongas.</a:t>
            </a:r>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9" name="TextShape 1"/>
          <p:cNvSpPr txBox="1"/>
          <p:nvPr/>
        </p:nvSpPr>
        <p:spPr>
          <a:xfrm>
            <a:off x="282960" y="712080"/>
            <a:ext cx="8622000" cy="3835080"/>
          </a:xfrm>
          <a:prstGeom prst="rect">
            <a:avLst/>
          </a:prstGeom>
          <a:noFill/>
          <a:ln>
            <a:noFill/>
          </a:ln>
        </p:spPr>
        <p:txBody>
          <a:bodyPr tIns="91440" bIns="91440"/>
          <a:p>
            <a:pPr>
              <a:lnSpc>
                <a:spcPct val="100000"/>
              </a:lnSpc>
            </a:pPr>
            <a:r>
              <a:rPr b="1" lang="es-CL" sz="4800" spc="-1" strike="noStrike">
                <a:solidFill>
                  <a:srgbClr val="fb8c00"/>
                </a:solidFill>
                <a:uFill>
                  <a:solidFill>
                    <a:srgbClr val="ffffff"/>
                  </a:solidFill>
                </a:uFill>
                <a:latin typeface="Raleway"/>
                <a:ea typeface="Raleway"/>
              </a:rPr>
              <a:t>Comencemos!</a:t>
            </a:r>
            <a:r>
              <a:rPr b="1" lang="es-CL" sz="4800" spc="-1" strike="noStrike">
                <a:solidFill>
                  <a:srgbClr val="ffffff"/>
                </a:solidFill>
                <a:uFill>
                  <a:solidFill>
                    <a:srgbClr val="ffffff"/>
                  </a:solidFill>
                </a:uFill>
                <a:latin typeface="Raleway"/>
                <a:ea typeface="Raleway"/>
              </a:rPr>
              <a:t> Diseña.</a:t>
            </a:r>
            <a:r>
              <a:rPr b="1" lang="es-CL" sz="4800" spc="-1" strike="noStrike">
                <a:solidFill>
                  <a:srgbClr val="ffffff"/>
                </a:solidFill>
                <a:uFill>
                  <a:solidFill>
                    <a:srgbClr val="ffffff"/>
                  </a:solidFill>
                </a:uFill>
                <a:latin typeface="Raleway"/>
                <a:ea typeface="Raleway"/>
              </a:rPr>
              <a:t>
</a:t>
            </a:r>
            <a:r>
              <a:rPr lang="es-CL" sz="2400" spc="-1" strike="noStrike">
                <a:solidFill>
                  <a:srgbClr val="ffffff"/>
                </a:solidFill>
                <a:uFill>
                  <a:solidFill>
                    <a:srgbClr val="ffffff"/>
                  </a:solidFill>
                </a:uFill>
                <a:latin typeface="Raleway"/>
                <a:ea typeface="Raleway"/>
              </a:rPr>
              <a:t>(Con ayuda de tu celular si tienes acceso a internet)</a:t>
            </a:r>
            <a:endParaRPr/>
          </a:p>
        </p:txBody>
      </p:sp>
      <p:pic>
        <p:nvPicPr>
          <p:cNvPr id="130" name="Shape 104" descr=""/>
          <p:cNvPicPr/>
          <p:nvPr/>
        </p:nvPicPr>
        <p:blipFill>
          <a:blip r:embed="rId1"/>
          <a:stretch/>
        </p:blipFill>
        <p:spPr>
          <a:xfrm>
            <a:off x="6781320" y="2496240"/>
            <a:ext cx="2211840" cy="2504520"/>
          </a:xfrm>
          <a:prstGeom prst="rect">
            <a:avLst/>
          </a:prstGeom>
          <a:ln>
            <a:noFill/>
          </a:ln>
        </p:spPr>
      </p:pic>
      <p:pic>
        <p:nvPicPr>
          <p:cNvPr id="131" name="Shape 105" descr=""/>
          <p:cNvPicPr/>
          <p:nvPr/>
        </p:nvPicPr>
        <p:blipFill>
          <a:blip r:embed="rId2"/>
          <a:srcRect l="9242" t="5927" r="2118" b="10007"/>
          <a:stretch/>
        </p:blipFill>
        <p:spPr>
          <a:xfrm rot="154800">
            <a:off x="7348680" y="2487960"/>
            <a:ext cx="1076760" cy="382320"/>
          </a:xfrm>
          <a:prstGeom prst="rect">
            <a:avLst/>
          </a:prstGeom>
          <a:ln>
            <a:noFill/>
          </a:ln>
        </p:spPr>
      </p:pic>
      <p:sp>
        <p:nvSpPr>
          <p:cNvPr id="132" name="CustomShape 2"/>
          <p:cNvSpPr/>
          <p:nvPr/>
        </p:nvSpPr>
        <p:spPr>
          <a:xfrm>
            <a:off x="6922800" y="2752920"/>
            <a:ext cx="1928520" cy="2003760"/>
          </a:xfrm>
          <a:prstGeom prst="rect">
            <a:avLst/>
          </a:prstGeom>
          <a:noFill/>
          <a:ln>
            <a:noFill/>
          </a:ln>
        </p:spPr>
        <p:style>
          <a:lnRef idx="0"/>
          <a:fillRef idx="0"/>
          <a:effectRef idx="0"/>
          <a:fontRef idx="minor"/>
        </p:style>
        <p:txBody>
          <a:bodyPr tIns="91440" bIns="91440"/>
          <a:p>
            <a:pPr>
              <a:lnSpc>
                <a:spcPct val="100000"/>
              </a:lnSpc>
            </a:pPr>
            <a:r>
              <a:rPr b="1" lang="es-CL" sz="1400" spc="-1" strike="noStrike">
                <a:solidFill>
                  <a:srgbClr val="f46524"/>
                </a:solidFill>
                <a:uFill>
                  <a:solidFill>
                    <a:srgbClr val="ffffff"/>
                  </a:solidFill>
                </a:uFill>
                <a:latin typeface="Raleway"/>
                <a:ea typeface="Raleway"/>
              </a:rPr>
              <a:t>Tip</a:t>
            </a:r>
            <a:endParaRPr/>
          </a:p>
          <a:p>
            <a:pPr>
              <a:lnSpc>
                <a:spcPct val="100000"/>
              </a:lnSpc>
            </a:pPr>
            <a:r>
              <a:rPr lang="es-CL" sz="1200" spc="-1" strike="noStrike">
                <a:solidFill>
                  <a:srgbClr val="000000"/>
                </a:solidFill>
                <a:uFill>
                  <a:solidFill>
                    <a:srgbClr val="ffffff"/>
                  </a:solidFill>
                </a:uFill>
                <a:latin typeface="Raleway"/>
                <a:ea typeface="Raleway"/>
              </a:rPr>
              <a:t>Puedes realizar la búsqueda tú mismo sobre máquinas de goldberg en internet, aparecerán un montón de ideas..</a:t>
            </a:r>
            <a:endParaRPr/>
          </a:p>
        </p:txBody>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otalTime>0</TotalTime>
  <Application>LibreOffice/5.0.3.2$Linux_X86_64 LibreOffice_project/00m0$Build-2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language>es-CL</dc:language>
  <dcterms:modified xsi:type="dcterms:W3CDTF">2016-05-16T18:54:34Z</dcterms:modified>
  <cp:revision>1</cp:revision>
</cp:coreProperties>
</file>